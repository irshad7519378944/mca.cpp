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F7AFFB9B-9FB8-469E-96F9-4D32314110B6}" type="datetimeFigureOut">
              <a:rPr lang="en-US" dirty="0"/>
              <a:t>8/25/2025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5560" y="4883024"/>
            <a:ext cx="4047239" cy="1195538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BDC27-E420-4878-9EE6-7B9656D6442A}" type="datetimeFigureOut">
              <a:rPr lang="en-US" dirty="0"/>
              <a:t>8/25/2025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F47CF-67C9-420C-80A5-E2069FF0C2DF}" type="datetimeFigureOut">
              <a:rPr lang="en-US" dirty="0"/>
              <a:t>8/25/2025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2DC73-F065-42F5-A9F2-D90B2E42A0B3}" type="datetimeFigureOut">
              <a:rPr lang="en-US" dirty="0"/>
              <a:t>8/25/2025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EA702-9B29-41CC-9BCC-3DF8A0D379FE}" type="datetimeFigureOut">
              <a:rPr lang="en-US" dirty="0"/>
              <a:t>8/25/2025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649AC-CB8F-4FF1-9A34-5861C74DD0A7}" type="datetimeFigureOut">
              <a:rPr lang="en-US" dirty="0"/>
              <a:t>8/25/2025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5CECA-2D3A-4680-9B49-752200DE467C}" type="datetimeFigureOut">
              <a:rPr lang="en-US" dirty="0"/>
              <a:t>8/25/2025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3BFE2-83B7-4B0A-B9D3-AB28331082B3}" type="datetimeFigureOut">
              <a:rPr lang="en-US" dirty="0"/>
              <a:t>8/25/2025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F78E3-FDA3-4D28-AAA2-0B81F349A39D}" type="datetimeFigureOut">
              <a:rPr lang="en-US" dirty="0"/>
              <a:t>8/25/2025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D2AC3-6A0B-4169-B1EA-E3AE8B351BDD}" type="datetimeFigureOut">
              <a:rPr lang="en-US" dirty="0"/>
              <a:t>8/25/2025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B9363-8B87-41B7-9F8E-64519CBB8F34}" type="datetimeFigureOut">
              <a:rPr lang="en-US" dirty="0"/>
              <a:t>8/25/2025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F5746-5284-4951-9F37-7AE924EDBCB7}" type="datetimeFigureOut">
              <a:rPr lang="en-US" dirty="0"/>
              <a:t>8/25/2025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98B29-7265-4A65-A2A4-6703C057B7C1}" type="datetimeFigureOut">
              <a:rPr lang="en-US" dirty="0"/>
              <a:t>8/25/2025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BA082-94DF-4C4B-A041-6624924AB0A8}" type="datetimeFigureOut">
              <a:rPr lang="en-US" dirty="0"/>
              <a:t>8/25/2025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686C4-3AB5-4E0C-86CA-FB108C350AA9}" type="datetimeFigureOut">
              <a:rPr lang="en-US" dirty="0"/>
              <a:t>8/25/2025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F1211-4E0C-4AB3-B04F-585959BDAFE8}" type="datetimeFigureOut">
              <a:rPr lang="en-US" dirty="0"/>
              <a:t>8/25/2025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DECAF-D3BE-4069-9C78-642ECCD01477}" type="datetimeFigureOut">
              <a:rPr lang="en-US" dirty="0"/>
              <a:t>8/25/2025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35BB1C6-BF8F-4481-8AB2-603A1C8A906A}" type="datetimeFigureOut">
              <a:rPr lang="en-US" dirty="0"/>
              <a:t>8/25/2025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BBD1-E505-C2F4-9299-C26ADD6525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21420000">
            <a:off x="170597" y="369277"/>
            <a:ext cx="5895608" cy="1293002"/>
          </a:xfrm>
        </p:spPr>
        <p:txBody>
          <a:bodyPr/>
          <a:lstStyle/>
          <a:p>
            <a:r>
              <a:rPr lang="en-US" dirty="0"/>
              <a:t>EID MUBARAK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EB19CF-6A99-8077-C85E-6BA5D45F10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WISH U A HAPPY EID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12BF3A-6800-96D8-36C3-CDADB00353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8236" y="211157"/>
            <a:ext cx="4199674" cy="3209026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F0760A01-6813-A137-BFF6-DBC4512D6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10748"/>
            <a:ext cx="6418053" cy="166962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12696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"May this Eid bring you closer to Allah and strengthen your faith."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"On this blessed occasion, may your sacrifices be accepted and your prayers be answered."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"May the spirit of Eid fill your heart with love, peace, and forgiveness."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"Let us celebrate this Eid by showing kindness, spreading love, and strengthening our faith."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"May the divine blessings of Allah fill you with hope, faith, and joy during this Eid and forever."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635768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TM04033927[[fn=Main Event]]</Template>
  <TotalTime>7</TotalTime>
  <Words>95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Google Sans</vt:lpstr>
      <vt:lpstr>Impact</vt:lpstr>
      <vt:lpstr>Main Event</vt:lpstr>
      <vt:lpstr>EID MUBARAK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ACER</dc:creator>
  <cp:lastModifiedBy>MD IRSHAD NADAF</cp:lastModifiedBy>
  <cp:revision>1</cp:revision>
  <dcterms:created xsi:type="dcterms:W3CDTF">2025-08-12T05:44:12Z</dcterms:created>
  <dcterms:modified xsi:type="dcterms:W3CDTF">2025-08-25T14:59:54Z</dcterms:modified>
</cp:coreProperties>
</file>